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58" r:id="rId5"/>
    <p:sldId id="267" r:id="rId6"/>
    <p:sldId id="262" r:id="rId7"/>
    <p:sldId id="265" r:id="rId8"/>
    <p:sldId id="263" r:id="rId9"/>
    <p:sldId id="261" r:id="rId10"/>
    <p:sldId id="268" r:id="rId11"/>
    <p:sldId id="269" r:id="rId1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95325" y="5981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文件夹备注工具</a:t>
            </a:r>
            <a:endParaRPr lang="zh-CN" altLang="en-US" sz="3600"/>
          </a:p>
        </p:txBody>
      </p:sp>
      <p:sp>
        <p:nvSpPr>
          <p:cNvPr id="5" name="文本框 4"/>
          <p:cNvSpPr txBox="1"/>
          <p:nvPr/>
        </p:nvSpPr>
        <p:spPr>
          <a:xfrm>
            <a:off x="695325" y="124333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1"/>
                </a:solidFill>
                <a:uFillTx/>
              </a:rPr>
              <a:t>使用教程</a:t>
            </a:r>
            <a:endParaRPr lang="zh-CN" altLang="en-US" sz="2000">
              <a:solidFill>
                <a:schemeClr val="tx1"/>
              </a:solidFill>
              <a:uFillTx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9445" y="1642110"/>
            <a:ext cx="5530215" cy="44469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1130" y="20262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输入想备注的</a:t>
            </a:r>
            <a:r>
              <a:rPr lang="zh-CN" altLang="en-US"/>
              <a:t>文件夹路径</a:t>
            </a:r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 rot="1860000">
            <a:off x="3000375" y="2275840"/>
            <a:ext cx="574675" cy="400685"/>
          </a:xfrm>
          <a:prstGeom prst="rightArrow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4815" y="1303020"/>
            <a:ext cx="2828925" cy="179514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674485" y="19583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或者点击这里选择</a:t>
            </a:r>
            <a:r>
              <a:rPr lang="zh-CN" altLang="en-US"/>
              <a:t>路径</a:t>
            </a:r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 rot="8640000">
            <a:off x="8237220" y="2365375"/>
            <a:ext cx="574675" cy="400685"/>
          </a:xfrm>
          <a:prstGeom prst="rightArrow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95325" y="5981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文件夹备注工具</a:t>
            </a:r>
            <a:endParaRPr lang="zh-CN" altLang="en-US" sz="3600"/>
          </a:p>
        </p:txBody>
      </p:sp>
      <p:sp>
        <p:nvSpPr>
          <p:cNvPr id="5" name="文本框 4"/>
          <p:cNvSpPr txBox="1"/>
          <p:nvPr/>
        </p:nvSpPr>
        <p:spPr>
          <a:xfrm>
            <a:off x="695325" y="124333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1"/>
                </a:solidFill>
                <a:uFillTx/>
              </a:rPr>
              <a:t>使用教程</a:t>
            </a:r>
            <a:endParaRPr lang="zh-CN" altLang="en-US" sz="2000">
              <a:solidFill>
                <a:schemeClr val="tx1"/>
              </a:solidFill>
              <a:uFillTx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9445" y="1642110"/>
            <a:ext cx="5530215" cy="44469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83235" y="34036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</a:t>
            </a:r>
            <a:r>
              <a:rPr lang="zh-CN" altLang="en-US"/>
              <a:t>输入想备注的</a:t>
            </a:r>
            <a:r>
              <a:rPr lang="zh-CN" altLang="en-US"/>
              <a:t>文字</a:t>
            </a:r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>
            <a:off x="2894330" y="3387090"/>
            <a:ext cx="574675" cy="400685"/>
          </a:xfrm>
          <a:prstGeom prst="rightArrow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 rot="8640000">
            <a:off x="8214360" y="2781300"/>
            <a:ext cx="574675" cy="400685"/>
          </a:xfrm>
          <a:prstGeom prst="rightArrow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709660" y="24117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这里是文件夹当前的备注</a:t>
            </a:r>
            <a:r>
              <a:rPr lang="zh-CN" altLang="en-US"/>
              <a:t>内容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95325" y="5981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文件夹备注工具</a:t>
            </a:r>
            <a:endParaRPr lang="zh-CN" altLang="en-US" sz="3600"/>
          </a:p>
        </p:txBody>
      </p:sp>
      <p:sp>
        <p:nvSpPr>
          <p:cNvPr id="5" name="文本框 4"/>
          <p:cNvSpPr txBox="1"/>
          <p:nvPr/>
        </p:nvSpPr>
        <p:spPr>
          <a:xfrm>
            <a:off x="695325" y="124333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1"/>
                </a:solidFill>
                <a:uFillTx/>
              </a:rPr>
              <a:t>使用教程</a:t>
            </a:r>
            <a:endParaRPr lang="zh-CN" altLang="en-US" sz="2000">
              <a:solidFill>
                <a:schemeClr val="tx1"/>
              </a:solidFill>
              <a:uFillTx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9445" y="1642110"/>
            <a:ext cx="5530215" cy="44469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221865" y="4170045"/>
            <a:ext cx="48501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</a:t>
            </a:r>
            <a:r>
              <a:rPr lang="zh-CN" altLang="en-US"/>
              <a:t>确定</a:t>
            </a:r>
            <a:endParaRPr lang="en-US" altLang="zh-CN"/>
          </a:p>
          <a:p>
            <a:r>
              <a:rPr lang="en-US" altLang="zh-CN">
                <a:sym typeface="+mn-ea"/>
              </a:rPr>
              <a:t>   </a:t>
            </a:r>
            <a:r>
              <a:rPr lang="zh-CN" altLang="en-US">
                <a:sym typeface="+mn-ea"/>
              </a:rPr>
              <a:t>如果已经存在备注则会弹出覆盖提示</a:t>
            </a:r>
            <a:endParaRPr lang="zh-CN" altLang="en-US"/>
          </a:p>
          <a:p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>
            <a:off x="3111500" y="4170045"/>
            <a:ext cx="574675" cy="400685"/>
          </a:xfrm>
          <a:prstGeom prst="rightArrow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809240"/>
            <a:ext cx="3282315" cy="1616710"/>
          </a:xfrm>
          <a:prstGeom prst="rect">
            <a:avLst/>
          </a:prstGeom>
        </p:spPr>
      </p:pic>
      <p:sp>
        <p:nvSpPr>
          <p:cNvPr id="10" name="右箭头 9"/>
          <p:cNvSpPr/>
          <p:nvPr/>
        </p:nvSpPr>
        <p:spPr>
          <a:xfrm rot="20640000">
            <a:off x="5748020" y="4094480"/>
            <a:ext cx="574675" cy="400685"/>
          </a:xfrm>
          <a:prstGeom prst="rightArrow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95325" y="5981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文件夹备注工具</a:t>
            </a:r>
            <a:endParaRPr lang="zh-CN" altLang="en-US" sz="3600"/>
          </a:p>
        </p:txBody>
      </p:sp>
      <p:sp>
        <p:nvSpPr>
          <p:cNvPr id="5" name="文本框 4"/>
          <p:cNvSpPr txBox="1"/>
          <p:nvPr/>
        </p:nvSpPr>
        <p:spPr>
          <a:xfrm>
            <a:off x="695325" y="124333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1"/>
                </a:solidFill>
                <a:uFillTx/>
              </a:rPr>
              <a:t>使用教程</a:t>
            </a:r>
            <a:endParaRPr lang="zh-CN" altLang="en-US" sz="2000">
              <a:solidFill>
                <a:schemeClr val="tx1"/>
              </a:solidFill>
              <a:uFillTx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" y="2453640"/>
            <a:ext cx="9550400" cy="369951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053465" y="1835150"/>
            <a:ext cx="9356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4.</a:t>
            </a:r>
            <a:r>
              <a:rPr lang="zh-CN" altLang="en-US"/>
              <a:t>历史备注支持双击快速打开文件夹</a:t>
            </a:r>
            <a:r>
              <a:rPr lang="en-US" altLang="zh-CN"/>
              <a:t> </a:t>
            </a:r>
            <a:r>
              <a:rPr lang="zh-CN" altLang="en-US"/>
              <a:t>历史备注名</a:t>
            </a:r>
            <a:r>
              <a:rPr lang="en-US" altLang="zh-CN"/>
              <a:t> ctrl+c</a:t>
            </a:r>
            <a:r>
              <a:rPr lang="zh-CN" altLang="en-US"/>
              <a:t>复制</a:t>
            </a:r>
            <a:r>
              <a:rPr lang="zh-CN" altLang="en-US"/>
              <a:t>路径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95325" y="5981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文件夹备注工具</a:t>
            </a:r>
            <a:endParaRPr lang="zh-CN" altLang="en-US" sz="3600"/>
          </a:p>
        </p:txBody>
      </p:sp>
      <p:sp>
        <p:nvSpPr>
          <p:cNvPr id="5" name="文本框 4"/>
          <p:cNvSpPr txBox="1"/>
          <p:nvPr/>
        </p:nvSpPr>
        <p:spPr>
          <a:xfrm>
            <a:off x="695325" y="124333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1"/>
                </a:solidFill>
                <a:uFillTx/>
              </a:rPr>
              <a:t>使用教程</a:t>
            </a:r>
            <a:endParaRPr lang="zh-CN" altLang="en-US" sz="2000">
              <a:solidFill>
                <a:schemeClr val="tx1"/>
              </a:solidFill>
              <a:uFillTx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75410" y="18300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准备工作</a:t>
            </a:r>
            <a:r>
              <a:rPr lang="en-US" altLang="zh-CN"/>
              <a:t>1</a:t>
            </a:r>
            <a:r>
              <a:rPr lang="en-US" altLang="zh-CN"/>
              <a:t>(</a:t>
            </a:r>
            <a:r>
              <a:rPr lang="zh-CN" altLang="en-US"/>
              <a:t>可选</a:t>
            </a:r>
            <a:r>
              <a:rPr lang="en-US" altLang="zh-CN"/>
              <a:t>)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4120" y="1830070"/>
            <a:ext cx="6030595" cy="39916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75360" y="226060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调出备注</a:t>
            </a:r>
            <a:r>
              <a:rPr lang="zh-CN" altLang="en-US"/>
              <a:t>栏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显示备注</a:t>
            </a:r>
            <a:r>
              <a:rPr lang="zh-CN" altLang="en-US"/>
              <a:t>文件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95325" y="5981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文件夹备注工具</a:t>
            </a:r>
            <a:endParaRPr lang="zh-CN" altLang="en-US" sz="3600"/>
          </a:p>
        </p:txBody>
      </p:sp>
      <p:sp>
        <p:nvSpPr>
          <p:cNvPr id="5" name="文本框 4"/>
          <p:cNvSpPr txBox="1"/>
          <p:nvPr/>
        </p:nvSpPr>
        <p:spPr>
          <a:xfrm>
            <a:off x="695325" y="124333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1"/>
                </a:solidFill>
                <a:uFillTx/>
              </a:rPr>
              <a:t>使用教程</a:t>
            </a:r>
            <a:endParaRPr lang="zh-CN" altLang="en-US" sz="2000">
              <a:solidFill>
                <a:schemeClr val="tx1"/>
              </a:solidFill>
              <a:uFillTx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75410" y="18300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准备工作</a:t>
            </a:r>
            <a:r>
              <a:rPr lang="en-US" altLang="zh-CN"/>
              <a:t>1</a:t>
            </a:r>
            <a:r>
              <a:rPr lang="en-US" altLang="zh-CN"/>
              <a:t>(</a:t>
            </a:r>
            <a:r>
              <a:rPr lang="zh-CN" altLang="en-US"/>
              <a:t>可选</a:t>
            </a:r>
            <a:r>
              <a:rPr lang="en-US" altLang="zh-CN"/>
              <a:t>)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4120" y="1830070"/>
            <a:ext cx="6030595" cy="39916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75360" y="226060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调出备注</a:t>
            </a:r>
            <a:r>
              <a:rPr lang="zh-CN" altLang="en-US"/>
              <a:t>栏</a:t>
            </a:r>
            <a:endParaRPr lang="zh-CN" altLang="en-US"/>
          </a:p>
          <a:p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507740" y="3208655"/>
            <a:ext cx="694055" cy="33909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260600" y="32086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右键</a:t>
            </a:r>
            <a:r>
              <a:rPr lang="en-US" altLang="zh-CN"/>
              <a:t>  </a:t>
            </a:r>
            <a:r>
              <a:rPr lang="zh-CN" altLang="en-US"/>
              <a:t>其他</a:t>
            </a: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9410" y="1435100"/>
            <a:ext cx="3387725" cy="438658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974080" y="31254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找到备注并勾选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95325" y="3745230"/>
            <a:ext cx="28130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注</a:t>
            </a:r>
            <a:r>
              <a:rPr lang="en-US" altLang="zh-CN"/>
              <a:t>:</a:t>
            </a:r>
            <a:r>
              <a:rPr lang="zh-CN" altLang="en-US"/>
              <a:t>需要下一步</a:t>
            </a:r>
            <a:r>
              <a:rPr lang="zh-CN" altLang="en-US"/>
              <a:t>中应用到所有文件夹才能</a:t>
            </a:r>
            <a:r>
              <a:rPr lang="zh-CN" altLang="en-US"/>
              <a:t>永久生效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95325" y="5981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文件夹备注工具</a:t>
            </a:r>
            <a:endParaRPr lang="zh-CN" altLang="en-US" sz="3600"/>
          </a:p>
        </p:txBody>
      </p:sp>
      <p:sp>
        <p:nvSpPr>
          <p:cNvPr id="5" name="文本框 4"/>
          <p:cNvSpPr txBox="1"/>
          <p:nvPr/>
        </p:nvSpPr>
        <p:spPr>
          <a:xfrm>
            <a:off x="695325" y="124333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1"/>
                </a:solidFill>
                <a:uFillTx/>
              </a:rPr>
              <a:t>使用教程</a:t>
            </a:r>
            <a:endParaRPr lang="zh-CN" altLang="en-US" sz="2000">
              <a:solidFill>
                <a:schemeClr val="tx1"/>
              </a:solidFill>
              <a:uFillTx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75410" y="18300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准备工作</a:t>
            </a:r>
            <a:r>
              <a:rPr lang="en-US" altLang="zh-CN"/>
              <a:t>1</a:t>
            </a:r>
            <a:r>
              <a:rPr lang="en-US" altLang="zh-CN"/>
              <a:t>(</a:t>
            </a:r>
            <a:r>
              <a:rPr lang="zh-CN" altLang="en-US"/>
              <a:t>可选</a:t>
            </a:r>
            <a:r>
              <a:rPr lang="en-US" altLang="zh-CN"/>
              <a:t>)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b="65511"/>
          <a:stretch>
            <a:fillRect/>
          </a:stretch>
        </p:blipFill>
        <p:spPr>
          <a:xfrm>
            <a:off x="4192270" y="1406525"/>
            <a:ext cx="6030595" cy="13766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75360" y="22606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显示备注文件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400425" y="15525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查看</a:t>
            </a:r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4065270" y="1551305"/>
            <a:ext cx="694055" cy="33909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2946400"/>
            <a:ext cx="7080885" cy="17583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645" y="3225165"/>
            <a:ext cx="2465705" cy="299847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524500" y="47047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勾选</a:t>
            </a:r>
            <a:endParaRPr lang="zh-CN" altLang="en-US"/>
          </a:p>
        </p:txBody>
      </p:sp>
      <p:sp>
        <p:nvSpPr>
          <p:cNvPr id="14" name="右箭头 13"/>
          <p:cNvSpPr/>
          <p:nvPr/>
        </p:nvSpPr>
        <p:spPr>
          <a:xfrm rot="16200000">
            <a:off x="5435600" y="4312285"/>
            <a:ext cx="558800" cy="22606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/>
        </p:nvSpPr>
        <p:spPr>
          <a:xfrm rot="16200000">
            <a:off x="5533390" y="4161155"/>
            <a:ext cx="838200" cy="24892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4775" y="2307590"/>
            <a:ext cx="1284605" cy="321310"/>
          </a:xfrm>
          <a:prstGeom prst="rect">
            <a:avLst/>
          </a:prstGeom>
        </p:spPr>
      </p:pic>
      <p:sp>
        <p:nvSpPr>
          <p:cNvPr id="18" name="右箭头 17"/>
          <p:cNvSpPr/>
          <p:nvPr/>
        </p:nvSpPr>
        <p:spPr>
          <a:xfrm rot="19380000">
            <a:off x="7733030" y="4301490"/>
            <a:ext cx="1303020" cy="24892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737350" y="47047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一定要</a:t>
            </a:r>
            <a:r>
              <a:rPr lang="zh-CN" altLang="en-US"/>
              <a:t>点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714615" y="34982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选项</a:t>
            </a:r>
            <a:endParaRPr lang="zh-CN" altLang="en-US"/>
          </a:p>
        </p:txBody>
      </p:sp>
      <p:sp>
        <p:nvSpPr>
          <p:cNvPr id="21" name="右箭头 20"/>
          <p:cNvSpPr/>
          <p:nvPr/>
        </p:nvSpPr>
        <p:spPr>
          <a:xfrm rot="10800000">
            <a:off x="7402830" y="3569335"/>
            <a:ext cx="386715" cy="22606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95325" y="5981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文件夹备注工具</a:t>
            </a:r>
            <a:endParaRPr lang="zh-CN" altLang="en-US" sz="3600"/>
          </a:p>
        </p:txBody>
      </p:sp>
      <p:sp>
        <p:nvSpPr>
          <p:cNvPr id="5" name="文本框 4"/>
          <p:cNvSpPr txBox="1"/>
          <p:nvPr/>
        </p:nvSpPr>
        <p:spPr>
          <a:xfrm>
            <a:off x="695325" y="124333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1"/>
                </a:solidFill>
                <a:uFillTx/>
              </a:rPr>
              <a:t>使用教程</a:t>
            </a:r>
            <a:endParaRPr lang="zh-CN" altLang="en-US" sz="2000">
              <a:solidFill>
                <a:schemeClr val="tx1"/>
              </a:solidFill>
              <a:uFillTx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75410" y="18300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准备工作</a:t>
            </a:r>
            <a:r>
              <a:rPr lang="en-US" altLang="zh-CN"/>
              <a:t>2(</a:t>
            </a:r>
            <a:r>
              <a:rPr lang="zh-CN" altLang="en-US"/>
              <a:t>可选</a:t>
            </a:r>
            <a:r>
              <a:rPr lang="en-US" altLang="zh-CN"/>
              <a:t>)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" y="2386330"/>
            <a:ext cx="6890385" cy="224218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785735" y="238633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运行脚本</a:t>
            </a:r>
            <a:r>
              <a:rPr lang="en-US" altLang="zh-CN"/>
              <a:t>.bat</a:t>
            </a:r>
            <a:r>
              <a:rPr lang="zh-CN" altLang="en-US"/>
              <a:t>文件</a:t>
            </a:r>
            <a:endParaRPr lang="zh-CN" altLang="en-US"/>
          </a:p>
          <a:p>
            <a:r>
              <a:rPr lang="zh-CN" altLang="en-US"/>
              <a:t>会将本工具注册到右键快捷菜单</a:t>
            </a:r>
            <a:r>
              <a:rPr lang="zh-CN" altLang="en-US"/>
              <a:t>中</a:t>
            </a:r>
            <a:endParaRPr lang="zh-CN" altLang="en-US"/>
          </a:p>
          <a:p>
            <a:r>
              <a:rPr lang="zh-CN" altLang="en-US"/>
              <a:t>后续即可右键</a:t>
            </a:r>
            <a:r>
              <a:rPr lang="zh-CN" altLang="en-US" b="1"/>
              <a:t>文件夹</a:t>
            </a:r>
            <a:r>
              <a:rPr lang="zh-CN" altLang="en-US"/>
              <a:t>快速调起程序并自动输入</a:t>
            </a:r>
            <a:r>
              <a:rPr lang="zh-CN" altLang="en-US"/>
              <a:t>路径</a:t>
            </a:r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 rot="8100000">
            <a:off x="7157720" y="2789555"/>
            <a:ext cx="710565" cy="34036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795" y="3585210"/>
            <a:ext cx="3493770" cy="11652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95325" y="5981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文件夹备注工具</a:t>
            </a:r>
            <a:endParaRPr lang="zh-CN" altLang="en-US" sz="3600"/>
          </a:p>
        </p:txBody>
      </p:sp>
      <p:sp>
        <p:nvSpPr>
          <p:cNvPr id="5" name="文本框 4"/>
          <p:cNvSpPr txBox="1"/>
          <p:nvPr/>
        </p:nvSpPr>
        <p:spPr>
          <a:xfrm>
            <a:off x="695325" y="124333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1"/>
                </a:solidFill>
                <a:uFillTx/>
              </a:rPr>
              <a:t>使用教程</a:t>
            </a:r>
            <a:endParaRPr lang="zh-CN" altLang="en-US" sz="2000">
              <a:solidFill>
                <a:schemeClr val="tx1"/>
              </a:solidFill>
              <a:uFillTx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82675" y="1710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注意</a:t>
            </a:r>
            <a:r>
              <a:rPr lang="zh-CN" altLang="en-US"/>
              <a:t>事项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95325" y="2078990"/>
            <a:ext cx="406400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备注原理</a:t>
            </a:r>
            <a:endParaRPr lang="zh-CN" altLang="en-US"/>
          </a:p>
          <a:p>
            <a:r>
              <a:rPr lang="en-US" altLang="zh-CN"/>
              <a:t>windows</a:t>
            </a:r>
            <a:r>
              <a:rPr lang="zh-CN" altLang="en-US"/>
              <a:t>原生备注</a:t>
            </a:r>
            <a:r>
              <a:rPr lang="zh-CN" altLang="en-US"/>
              <a:t>文件desktop.ini</a:t>
            </a:r>
            <a:endParaRPr lang="zh-CN" altLang="en-US"/>
          </a:p>
          <a:p>
            <a:r>
              <a:rPr lang="zh-CN" altLang="en-US"/>
              <a:t>例如</a:t>
            </a:r>
            <a:r>
              <a:rPr lang="en-US" altLang="zh-CN"/>
              <a:t>note\desktop.</a:t>
            </a:r>
            <a:r>
              <a:rPr lang="en-US" altLang="zh-CN"/>
              <a:t>ini</a:t>
            </a:r>
            <a:endParaRPr lang="en-US" altLang="zh-CN"/>
          </a:p>
          <a:p>
            <a:r>
              <a:rPr lang="zh-CN" altLang="en-US"/>
              <a:t>会给</a:t>
            </a:r>
            <a:r>
              <a:rPr lang="en-US" altLang="zh-CN"/>
              <a:t>note</a:t>
            </a:r>
            <a:r>
              <a:rPr lang="zh-CN" altLang="en-US"/>
              <a:t>文件添加</a:t>
            </a:r>
            <a:r>
              <a:rPr lang="zh-CN" altLang="en-US"/>
              <a:t>备注</a:t>
            </a:r>
            <a:endParaRPr lang="zh-CN" altLang="en-US"/>
          </a:p>
          <a:p>
            <a:r>
              <a:rPr lang="en-US" altLang="zh-CN">
                <a:sym typeface="+mn-ea"/>
              </a:rPr>
              <a:t>desktop.ini</a:t>
            </a:r>
            <a:r>
              <a:rPr lang="zh-CN" altLang="en-US">
                <a:sym typeface="+mn-ea"/>
              </a:rPr>
              <a:t>内容</a:t>
            </a:r>
            <a:r>
              <a:rPr lang="en-US" altLang="zh-CN">
                <a:sym typeface="+mn-ea"/>
              </a:rPr>
              <a:t>: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[ViewState]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Mode=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Vid=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FolderType=Generic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[.ShellClassInfo]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InfoTip=中文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需要</a:t>
            </a:r>
            <a:r>
              <a:rPr lang="en-US" altLang="zh-CN">
                <a:sym typeface="+mn-ea"/>
              </a:rPr>
              <a:t>ANSI</a:t>
            </a:r>
            <a:r>
              <a:rPr lang="zh-CN" altLang="en-US">
                <a:sym typeface="+mn-ea"/>
              </a:rPr>
              <a:t>格式</a:t>
            </a:r>
            <a:endParaRPr lang="zh-CN" altLang="en-US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377815" y="2078990"/>
            <a:ext cx="57892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由于资源管理器</a:t>
            </a:r>
            <a:r>
              <a:rPr lang="en-US" altLang="zh-CN"/>
              <a:t>bug </a:t>
            </a:r>
            <a:r>
              <a:rPr lang="zh-CN" altLang="en-US"/>
              <a:t>备注并不会实时生效</a:t>
            </a:r>
            <a:endParaRPr lang="en-US" altLang="zh-CN"/>
          </a:p>
          <a:p>
            <a:r>
              <a:rPr lang="zh-CN" altLang="en-US"/>
              <a:t>需要重启资源管理器才会刷新</a:t>
            </a:r>
            <a:r>
              <a:rPr lang="en-US" altLang="zh-CN"/>
              <a:t> </a:t>
            </a:r>
            <a:endParaRPr lang="en-US" altLang="zh-CN"/>
          </a:p>
          <a:p>
            <a:r>
              <a:rPr lang="en-US" altLang="zh-CN">
                <a:solidFill>
                  <a:srgbClr val="FF0000"/>
                </a:solidFill>
              </a:rPr>
              <a:t>!</a:t>
            </a:r>
            <a:r>
              <a:rPr lang="zh-CN" altLang="en-US">
                <a:solidFill>
                  <a:srgbClr val="FF0000"/>
                </a:solidFill>
              </a:rPr>
              <a:t>注意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重启资源管理器会导致关闭资源管理器全部页面</a:t>
            </a:r>
            <a:r>
              <a:rPr lang="en-US" altLang="zh-CN">
                <a:solidFill>
                  <a:srgbClr val="FF0000"/>
                </a:solidFill>
              </a:rPr>
              <a:t>!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95325" y="5981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文件夹备注工具</a:t>
            </a:r>
            <a:endParaRPr lang="zh-CN" altLang="en-US" sz="3600"/>
          </a:p>
        </p:txBody>
      </p:sp>
      <p:sp>
        <p:nvSpPr>
          <p:cNvPr id="5" name="文本框 4"/>
          <p:cNvSpPr txBox="1"/>
          <p:nvPr/>
        </p:nvSpPr>
        <p:spPr>
          <a:xfrm>
            <a:off x="695325" y="124333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1"/>
                </a:solidFill>
                <a:uFillTx/>
              </a:rPr>
              <a:t>使用教程</a:t>
            </a:r>
            <a:endParaRPr lang="zh-CN" altLang="en-US" sz="2000">
              <a:solidFill>
                <a:schemeClr val="tx1"/>
              </a:solidFill>
              <a:uFillTx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82675" y="1710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右键注册</a:t>
            </a:r>
            <a:r>
              <a:rPr lang="zh-CN" altLang="en-US"/>
              <a:t>原理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95325" y="207899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</a:t>
            </a:r>
            <a:r>
              <a:rPr lang="en-US" altLang="zh-CN"/>
              <a:t>windows</a:t>
            </a:r>
            <a:r>
              <a:rPr lang="zh-CN" altLang="en-US"/>
              <a:t>注册表中注册文件夹的右键快捷方式</a:t>
            </a:r>
            <a:r>
              <a:rPr lang="en-US" altLang="zh-CN"/>
              <a:t> </a:t>
            </a:r>
            <a:r>
              <a:rPr lang="zh-CN" altLang="en-US"/>
              <a:t>类似解压软件</a:t>
            </a:r>
            <a:r>
              <a:rPr lang="zh-CN" altLang="en-US"/>
              <a:t>注册的</a:t>
            </a:r>
            <a:r>
              <a:rPr lang="zh-CN" altLang="en-US"/>
              <a:t>右键</a:t>
            </a:r>
            <a:endParaRPr lang="zh-CN" altLang="en-US"/>
          </a:p>
          <a:p>
            <a:r>
              <a:rPr lang="zh-CN" altLang="en-US"/>
              <a:t>压缩包内附带</a:t>
            </a:r>
            <a:r>
              <a:rPr lang="en-US" altLang="zh-CN"/>
              <a:t>.bat</a:t>
            </a:r>
            <a:r>
              <a:rPr lang="zh-CN" altLang="en-US"/>
              <a:t>脚本</a:t>
            </a:r>
            <a:r>
              <a:rPr lang="zh-CN" altLang="en-US"/>
              <a:t>代码</a:t>
            </a:r>
            <a:endParaRPr lang="zh-CN" altLang="en-US"/>
          </a:p>
          <a:p>
            <a:r>
              <a:rPr lang="zh-CN" altLang="en-US"/>
              <a:t>包含创建删除和测试</a:t>
            </a:r>
            <a:r>
              <a:rPr lang="zh-CN" altLang="en-US"/>
              <a:t>验证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82675" y="3432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历史备</a:t>
            </a:r>
            <a:r>
              <a:rPr lang="zh-CN" altLang="en-US"/>
              <a:t>注文件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95325" y="3800475"/>
            <a:ext cx="48336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在文件夹备注工具</a:t>
            </a:r>
            <a:r>
              <a:rPr lang="en-US" altLang="zh-CN"/>
              <a:t>.exe</a:t>
            </a:r>
            <a:r>
              <a:rPr lang="zh-CN" altLang="en-US"/>
              <a:t>路径文件夹下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在第一次备注后重启该软件</a:t>
            </a:r>
            <a:r>
              <a:rPr lang="zh-CN" altLang="en-US"/>
              <a:t>创建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" y="4192905"/>
            <a:ext cx="6466205" cy="41338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95325" y="5074285"/>
            <a:ext cx="1109154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作者</a:t>
            </a:r>
            <a:r>
              <a:rPr lang="en-US" altLang="zh-CN"/>
              <a:t>13x286 </a:t>
            </a:r>
            <a:r>
              <a:rPr lang="zh-CN" altLang="en-US"/>
              <a:t>自用</a:t>
            </a:r>
            <a:r>
              <a:rPr lang="en-US" altLang="zh-CN"/>
              <a:t>&amp;</a:t>
            </a:r>
            <a:r>
              <a:rPr lang="zh-CN" altLang="en-US"/>
              <a:t>免费分享</a:t>
            </a:r>
            <a:r>
              <a:rPr lang="en-US" altLang="zh-CN"/>
              <a:t> </a:t>
            </a:r>
            <a:r>
              <a:rPr lang="zh-CN" altLang="en-US"/>
              <a:t>第一次分享自己做的东西</a:t>
            </a:r>
            <a:r>
              <a:rPr lang="en-US" altLang="zh-CN"/>
              <a:t> </a:t>
            </a:r>
            <a:r>
              <a:rPr lang="zh-CN" altLang="en-US"/>
              <a:t>很多</a:t>
            </a:r>
            <a:r>
              <a:rPr lang="en-US" altLang="zh-CN"/>
              <a:t>bug</a:t>
            </a:r>
            <a:r>
              <a:rPr lang="zh-CN" altLang="en-US"/>
              <a:t>性能也不怎么样</a:t>
            </a:r>
            <a:r>
              <a:rPr lang="en-US" altLang="zh-CN"/>
              <a:t> </a:t>
            </a:r>
            <a:r>
              <a:rPr lang="zh-CN" altLang="en-US">
                <a:sym typeface="+mn-ea"/>
              </a:rPr>
              <a:t>也不打算再改了</a:t>
            </a:r>
            <a:endParaRPr lang="zh-CN" altLang="en-US"/>
          </a:p>
          <a:p>
            <a:r>
              <a:rPr lang="zh-CN" altLang="en-US"/>
              <a:t>转载需注明作者并不设任何门槛</a:t>
            </a:r>
            <a:endParaRPr lang="zh-CN" altLang="en-US"/>
          </a:p>
          <a:p>
            <a:r>
              <a:rPr lang="zh-CN" altLang="en-US"/>
              <a:t>包括但不限于注册网站账号</a:t>
            </a:r>
            <a:r>
              <a:rPr lang="en-US" altLang="zh-CN"/>
              <a:t> </a:t>
            </a:r>
            <a:r>
              <a:rPr lang="zh-CN" altLang="en-US"/>
              <a:t>关注</a:t>
            </a:r>
            <a:r>
              <a:rPr lang="en-US" altLang="zh-CN"/>
              <a:t> </a:t>
            </a:r>
            <a:r>
              <a:rPr lang="zh-CN" altLang="en-US"/>
              <a:t>评论</a:t>
            </a:r>
            <a:r>
              <a:rPr lang="en-US" altLang="zh-CN"/>
              <a:t> </a:t>
            </a:r>
            <a:r>
              <a:rPr lang="zh-CN" altLang="en-US"/>
              <a:t>解压密码</a:t>
            </a:r>
            <a:r>
              <a:rPr lang="zh-CN" altLang="en-US"/>
              <a:t>等</a:t>
            </a:r>
            <a:endParaRPr lang="zh-CN" altLang="en-US"/>
          </a:p>
          <a:p>
            <a:r>
              <a:rPr lang="zh-CN" altLang="en-US"/>
              <a:t>如果你对于本软件做更新或改</a:t>
            </a:r>
            <a:r>
              <a:rPr lang="en-US" altLang="zh-CN"/>
              <a:t>bug,</a:t>
            </a:r>
            <a:r>
              <a:rPr lang="zh-CN" altLang="en-US"/>
              <a:t>更改后的软件只需要注明原作者与原版软件下载链接</a:t>
            </a:r>
            <a:r>
              <a:rPr lang="zh-CN" altLang="en-US"/>
              <a:t>即可</a:t>
            </a:r>
            <a:endParaRPr lang="zh-CN" altLang="en-US"/>
          </a:p>
          <a:p>
            <a:r>
              <a:rPr lang="zh-CN" altLang="en-US"/>
              <a:t>本软件只提供一种快捷的备注方式并附源码</a:t>
            </a:r>
            <a:r>
              <a:rPr lang="en-US" altLang="zh-CN"/>
              <a:t> </a:t>
            </a:r>
            <a:r>
              <a:rPr lang="zh-CN" altLang="en-US"/>
              <a:t>用户应当自行判断内容与使用</a:t>
            </a:r>
            <a:r>
              <a:rPr lang="en-US" altLang="zh-CN"/>
              <a:t> </a:t>
            </a:r>
            <a:r>
              <a:rPr lang="zh-CN" altLang="en-US"/>
              <a:t>本人不对此</a:t>
            </a:r>
            <a:r>
              <a:rPr lang="zh-CN" altLang="en-US"/>
              <a:t>负责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857</Words>
  <PresentationFormat>宽屏</PresentationFormat>
  <Paragraphs>128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黑体</vt:lpstr>
      <vt:lpstr>微软雅黑</vt:lpstr>
      <vt:lpstr>Arial Unicode MS</vt:lpstr>
      <vt:lpstr>Arial Black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terms:created xsi:type="dcterms:W3CDTF">2025-04-13T15:12:00Z</dcterms:created>
  <dcterms:modified xsi:type="dcterms:W3CDTF">2025-04-13T15:27:55Z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2052-11.8.2.12195</vt:lpwstr>
  </property>
  <property fmtid="{D5CDD505-2E9C-101B-9397-08002B2CF9AE}" pid="3" name="ICV">
    <vt:lpwstr>40A13514DD8C4D079D81EC8B5F37208D</vt:lpwstr>
  </property>
</Properties>
</file>